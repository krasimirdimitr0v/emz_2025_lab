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328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3824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09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2872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70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743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1838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239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19149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5932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757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731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96050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5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453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678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781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C6F9DB-E27C-450F-A176-D023DF856033}" type="datetimeFigureOut">
              <a:rPr lang="bg-BG" smtClean="0"/>
              <a:t>16.12.2025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20AA29-312A-4784-B9B4-F9CEEC99576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13864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dirty="0" smtClean="0"/>
              <a:t>Система за управление на подвижно огледало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 smtClean="0"/>
              <a:t>Изготвен от:</a:t>
            </a:r>
          </a:p>
          <a:p>
            <a:r>
              <a:rPr lang="bg-BG" dirty="0" smtClean="0"/>
              <a:t>Красимир Димитров 941222016</a:t>
            </a:r>
          </a:p>
          <a:p>
            <a:r>
              <a:rPr lang="bg-BG" dirty="0" smtClean="0"/>
              <a:t>Мария Славова 941222033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2025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Цел на проекта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Управление на огледалото в две оси </a:t>
            </a:r>
            <a:r>
              <a:rPr lang="en-US" dirty="0" smtClean="0"/>
              <a:t>X</a:t>
            </a:r>
            <a:r>
              <a:rPr lang="bg-BG" dirty="0" smtClean="0"/>
              <a:t> и </a:t>
            </a:r>
            <a:r>
              <a:rPr lang="en-US" dirty="0" smtClean="0"/>
              <a:t>Y</a:t>
            </a:r>
            <a:r>
              <a:rPr lang="bg-BG" dirty="0" smtClean="0"/>
              <a:t> с бутони </a:t>
            </a:r>
          </a:p>
          <a:p>
            <a:r>
              <a:rPr lang="bg-BG" dirty="0" smtClean="0"/>
              <a:t>Интеграция на светлинна индикация и обратна връзка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1216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Хардуерна реализация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• Контролер: STM32.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/>
              <a:t>• Захранване: +12V (Силово) и +3.3V (Логическо).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/>
              <a:t>• Драйвери :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/>
              <a:t>   - Драйвер 1: Управление на мигач.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/>
              <a:t>   - Драйвер 2: Движение по хоризонтала (Мотор 1).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/>
              <a:t>   - Драйвер 3: Движение по вертикала (Мотор 2).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0954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Софтуерна архитектура (</a:t>
            </a:r>
            <a:r>
              <a:rPr lang="en-US" dirty="0" err="1" smtClean="0"/>
              <a:t>FreeRTOS</a:t>
            </a:r>
            <a:r>
              <a:rPr lang="en-US" dirty="0" smtClean="0"/>
              <a:t>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1. StartTask02 (Input Task):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   - </a:t>
            </a:r>
            <a:r>
              <a:rPr lang="bg-BG" dirty="0"/>
              <a:t>Чете състоянието на бутоните.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bg-BG" dirty="0"/>
              <a:t>   - Обработва входните сигнали (</a:t>
            </a:r>
            <a:r>
              <a:rPr lang="en-US" dirty="0" err="1"/>
              <a:t>Debouncing</a:t>
            </a:r>
            <a:r>
              <a:rPr lang="en-US" dirty="0"/>
              <a:t>).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2. </a:t>
            </a:r>
            <a:r>
              <a:rPr lang="en-US" dirty="0" err="1"/>
              <a:t>StartDefaultTask</a:t>
            </a:r>
            <a:r>
              <a:rPr lang="en-US" dirty="0"/>
              <a:t> (Output Task):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   - </a:t>
            </a:r>
            <a:r>
              <a:rPr lang="bg-BG" dirty="0"/>
              <a:t>Приема командите от глобалните променливи.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bg-BG" dirty="0"/>
              <a:t>   - Управлява физическите пинове към драйверите.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0608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Обработка на входове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</a:t>
            </a:r>
            <a:r>
              <a:rPr lang="bg-BG" dirty="0" smtClean="0"/>
              <a:t>Четене </a:t>
            </a:r>
            <a:r>
              <a:rPr lang="bg-BG" dirty="0"/>
              <a:t>на пинове: </a:t>
            </a:r>
            <a:r>
              <a:rPr lang="en-US" dirty="0"/>
              <a:t>PC4 (</a:t>
            </a:r>
            <a:r>
              <a:rPr lang="bg-BG" dirty="0"/>
              <a:t>Ляво), </a:t>
            </a:r>
            <a:r>
              <a:rPr lang="en-US" dirty="0"/>
              <a:t>PB2 (</a:t>
            </a:r>
            <a:r>
              <a:rPr lang="bg-BG" dirty="0"/>
              <a:t>Дясно), </a:t>
            </a:r>
            <a:r>
              <a:rPr lang="en-US" dirty="0"/>
              <a:t>PB10 (</a:t>
            </a:r>
            <a:r>
              <a:rPr lang="bg-BG" dirty="0"/>
              <a:t>Горе), </a:t>
            </a:r>
            <a:r>
              <a:rPr lang="en-US" dirty="0"/>
              <a:t>PC5 (</a:t>
            </a:r>
            <a:r>
              <a:rPr lang="bg-BG" dirty="0"/>
              <a:t>Долу).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bg-BG" dirty="0"/>
              <a:t>• Логика: </a:t>
            </a:r>
            <a:r>
              <a:rPr lang="en-US" dirty="0"/>
              <a:t>if (</a:t>
            </a:r>
            <a:r>
              <a:rPr lang="en-US" dirty="0" err="1"/>
              <a:t>HAL_GPIO_ReadPin</a:t>
            </a:r>
            <a:r>
              <a:rPr lang="en-US" dirty="0"/>
              <a:t>(...) == 0)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• </a:t>
            </a:r>
            <a:r>
              <a:rPr lang="bg-BG" dirty="0"/>
              <a:t>Защита от шум: </a:t>
            </a:r>
            <a:r>
              <a:rPr lang="en-US" dirty="0" err="1"/>
              <a:t>HAL_Delay</a:t>
            </a:r>
            <a:r>
              <a:rPr lang="en-US" dirty="0"/>
              <a:t>(500) </a:t>
            </a:r>
            <a:r>
              <a:rPr lang="bg-BG" dirty="0"/>
              <a:t>за предотвратяване на фалшиви сработвания.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bg-BG" dirty="0"/>
              <a:t>• Резултат: Вдигане на флагове: </a:t>
            </a:r>
            <a:r>
              <a:rPr lang="en-US" dirty="0" err="1"/>
              <a:t>moveleft</a:t>
            </a:r>
            <a:r>
              <a:rPr lang="en-US" dirty="0"/>
              <a:t>, </a:t>
            </a:r>
            <a:r>
              <a:rPr lang="en-US" dirty="0" err="1"/>
              <a:t>moveright</a:t>
            </a:r>
            <a:r>
              <a:rPr lang="en-US" dirty="0"/>
              <a:t>, </a:t>
            </a:r>
            <a:r>
              <a:rPr lang="en-US" dirty="0" err="1"/>
              <a:t>moveup</a:t>
            </a:r>
            <a:r>
              <a:rPr lang="en-US" dirty="0"/>
              <a:t>, </a:t>
            </a:r>
            <a:r>
              <a:rPr lang="en-US" dirty="0" err="1"/>
              <a:t>movedown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7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Управление на мотори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• Движение Ляво/Дясно: Управление чрез порт </a:t>
            </a:r>
            <a:r>
              <a:rPr lang="en-US" dirty="0"/>
              <a:t>F (PF0/PF1) </a:t>
            </a:r>
            <a:r>
              <a:rPr lang="bg-BG" dirty="0"/>
              <a:t>и </a:t>
            </a:r>
            <a:r>
              <a:rPr lang="en-US" dirty="0"/>
              <a:t>C (PC0/PC1).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• </a:t>
            </a:r>
            <a:r>
              <a:rPr lang="bg-BG" dirty="0"/>
              <a:t>Движение Горе/Долу: Управление чрез порт </a:t>
            </a:r>
            <a:r>
              <a:rPr lang="en-US" dirty="0"/>
              <a:t>B (PB5, PB7, PB8, PB9).</a:t>
            </a:r>
          </a:p>
          <a:p>
            <a:pPr marL="0" lv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• </a:t>
            </a:r>
            <a:r>
              <a:rPr lang="bg-BG" dirty="0"/>
              <a:t>Безопасност: Когато няма натиснат бутон, всички управляващи пинове се нулират (</a:t>
            </a:r>
            <a:r>
              <a:rPr lang="en-US" dirty="0"/>
              <a:t>Idle state).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• </a:t>
            </a:r>
            <a:r>
              <a:rPr lang="bg-BG" dirty="0"/>
              <a:t>Допълнителен режим: Превключване на състояние чрез '</a:t>
            </a:r>
            <a:r>
              <a:rPr lang="en-US" dirty="0"/>
              <a:t>state' </a:t>
            </a:r>
            <a:r>
              <a:rPr lang="bg-BG" dirty="0"/>
              <a:t>променлива.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76432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Схема</a:t>
            </a:r>
            <a:endParaRPr lang="bg-BG" dirty="0"/>
          </a:p>
        </p:txBody>
      </p:sp>
      <p:pic>
        <p:nvPicPr>
          <p:cNvPr id="4" name="Google Shape;171;p20" title="Shema ogledalo.jpg"/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65835" y="2557463"/>
            <a:ext cx="7660329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01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Логическа схема</a:t>
            </a:r>
            <a:endParaRPr lang="bg-BG" dirty="0"/>
          </a:p>
        </p:txBody>
      </p:sp>
      <p:pic>
        <p:nvPicPr>
          <p:cNvPr id="4" name="Google Shape;177;p21" title="ulm diagram1.png"/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6250" y="2557463"/>
            <a:ext cx="3619500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977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Благодаря за вниманието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3445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277</Words>
  <Application>Microsoft Office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Система за управление на подвижно огледало</vt:lpstr>
      <vt:lpstr>Цел на проекта</vt:lpstr>
      <vt:lpstr>Хардуерна реализация</vt:lpstr>
      <vt:lpstr>Софтуерна архитектура (FreeRTOS)</vt:lpstr>
      <vt:lpstr>Обработка на входове</vt:lpstr>
      <vt:lpstr>Управление на мотори </vt:lpstr>
      <vt:lpstr>Схема</vt:lpstr>
      <vt:lpstr>Логическа схема</vt:lpstr>
      <vt:lpstr>Благодаря за вниманието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за управление на подвижно огледало</dc:title>
  <dc:creator>User</dc:creator>
  <cp:lastModifiedBy>User</cp:lastModifiedBy>
  <cp:revision>1</cp:revision>
  <dcterms:created xsi:type="dcterms:W3CDTF">2025-12-16T15:37:13Z</dcterms:created>
  <dcterms:modified xsi:type="dcterms:W3CDTF">2025-12-16T15:46:06Z</dcterms:modified>
</cp:coreProperties>
</file>